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1645920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C++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BANKING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Banking Application using Object-Oriented C++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617720"/>
            <a:ext cx="8686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Department of Computer Science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   |   Dev-C++ 5.11   |   GitHub Version Control   | 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120640" cy="33832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Overview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This project presents a console-based Banking System built in C++ using Object-Oriented Programming (OOP). It simulates real banking operations and is version-controlled on GitHub.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Core Focus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The system is structured around four classes — Account, User, Bank, and main() — each with a distinct responsibility. STL vectors handle dynamic in-memory data storage.
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Concepts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Encapsulation, modular design, dynamic memory, and input validation are the core engineering principles demonstrated.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097280"/>
            <a:ext cx="292608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0" y="11338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C++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0" y="1481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292608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0025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Dev-C++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350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834640"/>
            <a:ext cx="2926080" cy="7132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8712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OOP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3218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Paradigm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3703320"/>
            <a:ext cx="292608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7398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GitHub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52160" y="4087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Banking System — C++ Project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</a:rPr>
              <a:t>A Banking System is a critical software application that manages financial data, ensures transaction integrity, and provides secure access to user accounts. This C++ project demonstrates these concepts in a simulated console environment.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27432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78308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OOP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Apply classes, encapsulation &amp; dynamic memory management in C++.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7432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78308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83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Deposit, Withdraw, Transfer &amp; Transaction History operations.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7432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78308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83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Workflow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Feature-branch strategy, Pull Requests &amp; clean commit history.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Technologies Used: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C++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Dev-C++ 5.11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STL Vectors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GitHub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OOP Classes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80960" y="4800600"/>
            <a:ext cx="132588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48006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g++ Compiler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Input username &amp; password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Check if username exists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If not → Create User + Account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Assign account number (1001+)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Save to users list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35331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Input username &amp; password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Loop through all users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Match both credentials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On success → load Banking Menu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On fail → show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0584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Deposit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35331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Input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Check amount &gt; 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balance +=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Save to transaction history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Print confirmation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Withdraw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1927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Input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Check amount &gt; 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Check amount &lt;= balance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balance -=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Save to history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31927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Input receiver acc + 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Search receiver in users[]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Verify sender balance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Sender withdraw, receiver deposit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Update both histories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743200" cy="17830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971800"/>
            <a:ext cx="27432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319272"/>
            <a:ext cx="2560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User selects Exit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Loop ends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Delete all User pointers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Free allocated 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</a:rPr>
              <a:t>Program terminates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|  FLOWCHART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005840"/>
            <a:ext cx="21945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005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/ main()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0" cy="32004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 Bank Object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2743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331720"/>
            <a:ext cx="219456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31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</a:rPr>
              <a:t>Main Menu Choice?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2523744"/>
            <a:ext cx="-18288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523744"/>
            <a:ext cx="18288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715768"/>
            <a:ext cx="0" cy="25603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40864"/>
            <a:ext cx="12801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408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340864"/>
            <a:ext cx="12801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3408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724912"/>
            <a:ext cx="0" cy="246888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71800"/>
            <a:ext cx="128016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71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 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Account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971800"/>
            <a:ext cx="219456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71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355848"/>
            <a:ext cx="0" cy="25603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3611880"/>
            <a:ext cx="2743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611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Banking Menu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995928"/>
            <a:ext cx="-356616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11480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Balance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995928"/>
            <a:ext cx="-182880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411480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Deposit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995928"/>
            <a:ext cx="-9144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411480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Withdraw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995928"/>
            <a:ext cx="164592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411480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995928"/>
            <a:ext cx="3383280" cy="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4114800"/>
            <a:ext cx="1371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4114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History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0" y="4617720"/>
            <a:ext cx="21945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4617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Logout / END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4988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BB5"/>
                </a:solidFill>
              </a:rPr>
              <a:t>← All operations update Account &amp; Transaction History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| 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91640" y="1691640"/>
            <a:ext cx="34747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Requirements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13716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993392"/>
            <a:ext cx="1234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Identified functional &amp; non-functional requirements: login, transactions, validation, modularity.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0712" y="1691640"/>
            <a:ext cx="34747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0058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39112" y="1463040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39112" y="1920240"/>
            <a:ext cx="13716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1993392"/>
            <a:ext cx="1234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Designed 4 OOP classes: Account, User, Bank, main(). Each with a single clear responsibility.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9784" y="1691640"/>
            <a:ext cx="34747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58184" y="10058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58184" y="1463040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58184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58184" y="1920240"/>
            <a:ext cx="13716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1993392"/>
            <a:ext cx="1234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Coded in C++ with .h/.cpp separation. Used STL vectors for dynamic storage and new/delete for memory.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48856" y="1691640"/>
            <a:ext cx="347472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10058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7256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77256" y="1463040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77256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Version Control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77256" y="1920240"/>
            <a:ext cx="13716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1993392"/>
            <a:ext cx="1234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Managed on GitHub with feature branches. Each feature had its own branch, PR, and merge to main.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96328" y="1005840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05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96328" y="1463040"/>
            <a:ext cx="1371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96328" y="1920240"/>
            <a:ext cx="1371600" cy="256032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1993392"/>
            <a:ext cx="12344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Manual testing in Dev-C++ 5.11. Verified all edge cases: invalid input, zero amounts, insufficient balance.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Workflow:   git checkout -b feature/X   →   git commit   →   git push   →   Pull Request   →   Merge to main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|  RESULT</a:t>
            </a:r>
            <a:endParaRPr lang="en-US" sz="2600" dirty="0"/>
          </a:p>
        </p:txBody>
      </p:sp>
      <p:pic>
        <p:nvPicPr>
          <p:cNvPr id="4" name="Image 0" descr="/home/claude/result_screensh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420624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187952"/>
            <a:ext cx="420624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879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ADCFC"/>
                </a:solidFill>
              </a:rPr>
              <a:t>Fig 1: Bank Management System running in Dev-C++ 5.11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Test Results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41148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/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Enquiry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Gracefully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54880" y="4224528"/>
            <a:ext cx="4114800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422452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ALL TESTS PASSED — 6 / 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| 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352044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48463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The Banking System project successfully demonstrates how OOP principles can be applied to model a real-world domain in C++.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Each class serves a distinct role: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Account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manages balances &amp; history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User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handles credentials &amp; ownership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Bank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orchestrates all operations
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main()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 is the minimal entry point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All 6 features passed testing. The project is fully managed on GitHub using a clean feature-branch workflow.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3017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0515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OOP Applied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947672"/>
            <a:ext cx="30175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94767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19476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Features Built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843784"/>
            <a:ext cx="30175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84378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843784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 Tests Passed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739896"/>
            <a:ext cx="301752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739896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739896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Managed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BB5"/>
                </a:solidFill>
              </a:rPr>
              <a:t>This project provides a strong foundation for future development into a production-grade banking application.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| 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💾  File 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5943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058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Save data between sessions using file I/O or SQLite database.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Password Hashing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1005840"/>
            <a:ext cx="5943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058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Encrypt passwords using SHA-256 or bcrypt for security.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00584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0584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GUI Interface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1005840"/>
            <a:ext cx="5943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0058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Replace console with Qt or web-based front-end.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2608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💳  Account Types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926080"/>
            <a:ext cx="59436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9260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Add savings, checking, and fixed deposit account types.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92608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🏦  Loan Module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2926080"/>
            <a:ext cx="594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9260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383280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Implement loan application and repayment tracking.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2743200" cy="17373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92608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REST API Layer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2926080"/>
            <a:ext cx="594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29260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55080" y="33375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Expose banking operations via API for mobile or web clients.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C3F7"/>
                </a:solidFill>
              </a:rPr>
              <a:t>Banking System — C++ Project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572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Language: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C++ 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IDE: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Dev-C++ 5.11   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Version Control: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Department of Computer Science  |  2025–2026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System - C++ Project</dc:title>
  <dc:subject>PptxGenJS Presentation</dc:subject>
  <dc:creator>PptxGenJS</dc:creator>
  <cp:lastModifiedBy>PptxGenJS</cp:lastModifiedBy>
  <cp:revision>1</cp:revision>
  <dcterms:created xsi:type="dcterms:W3CDTF">2026-05-05T10:02:35Z</dcterms:created>
  <dcterms:modified xsi:type="dcterms:W3CDTF">2026-05-05T10:02:35Z</dcterms:modified>
</cp:coreProperties>
</file>